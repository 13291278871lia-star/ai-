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cd1a123ff4c2c" /><Relationship Type="http://schemas.openxmlformats.org/officeDocument/2006/relationships/extended-properties" Target="/docProps/app.xml" Id="Rd34782dade6c4c10" /><Relationship Type="http://schemas.openxmlformats.org/officeDocument/2006/relationships/officeDocument" Target="/ppt/presentation.xml" Id="Rd5fc5e1d4147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c2fb44b144831"/>
  </p:sldMasterIdLst>
  <p:notesMasterIdLst>
    <p:notesMasterId xmlns:r="http://schemas.openxmlformats.org/officeDocument/2006/relationships" r:id="Ra75110be5c234a52"/>
  </p:notesMasterIdLst>
  <p:sldIdLst>
    <p:sldId xmlns:r="http://schemas.openxmlformats.org/officeDocument/2006/relationships" id="256" r:id="R116d5626ca2e4534"/>
    <p:sldId xmlns:r="http://schemas.openxmlformats.org/officeDocument/2006/relationships" id="257" r:id="R1989f7d0f2d7496a"/>
    <p:sldId xmlns:r="http://schemas.openxmlformats.org/officeDocument/2006/relationships" id="258" r:id="R92c049b7a8954c52"/>
    <p:sldId xmlns:r="http://schemas.openxmlformats.org/officeDocument/2006/relationships" id="259" r:id="R096a47ec6c584e42"/>
    <p:sldId xmlns:r="http://schemas.openxmlformats.org/officeDocument/2006/relationships" id="260" r:id="Rd3181a8a90be49d1"/>
    <p:sldId xmlns:r="http://schemas.openxmlformats.org/officeDocument/2006/relationships" id="261" r:id="R52a3c6d3b9874df8"/>
    <p:sldId xmlns:r="http://schemas.openxmlformats.org/officeDocument/2006/relationships" id="262" r:id="R61163ff7ad9c40ae"/>
    <p:sldId xmlns:r="http://schemas.openxmlformats.org/officeDocument/2006/relationships" id="263" r:id="Rd0cdf32eaa2d422f"/>
    <p:sldId xmlns:r="http://schemas.openxmlformats.org/officeDocument/2006/relationships" id="264" r:id="Re83f7f3ef5f64145"/>
    <p:sldId xmlns:r="http://schemas.openxmlformats.org/officeDocument/2006/relationships" id="265" r:id="Rde7d134a9f4f44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fd8d53ae194cd3" /><Relationship Type="http://schemas.openxmlformats.org/officeDocument/2006/relationships/slideMaster" Target="/ppt/slideMasters/slideMaster1.xml" Id="R089c2fb44b144831" /><Relationship Type="http://schemas.openxmlformats.org/officeDocument/2006/relationships/notesMaster" Target="/ppt/notesMasters/notesMaster1.xml" Id="Ra75110be5c234a52" /><Relationship Type="http://schemas.openxmlformats.org/officeDocument/2006/relationships/presProps" Target="/ppt/presProps.xml" Id="R187287a320d54fbc" /><Relationship Type="http://schemas.openxmlformats.org/officeDocument/2006/relationships/tableStyles" Target="/ppt/tableStyles.xml" Id="Rdbe8e005cd4a4058" /><Relationship Type="http://schemas.openxmlformats.org/officeDocument/2006/relationships/slide" Target="/ppt/slides/slide1.xml" Id="R116d5626ca2e4534" /><Relationship Type="http://schemas.openxmlformats.org/officeDocument/2006/relationships/slide" Target="/ppt/slides/slide2.xml" Id="R1989f7d0f2d7496a" /><Relationship Type="http://schemas.openxmlformats.org/officeDocument/2006/relationships/slide" Target="/ppt/slides/slide3.xml" Id="R92c049b7a8954c52" /><Relationship Type="http://schemas.openxmlformats.org/officeDocument/2006/relationships/slide" Target="/ppt/slides/slide4.xml" Id="R096a47ec6c584e42" /><Relationship Type="http://schemas.openxmlformats.org/officeDocument/2006/relationships/slide" Target="/ppt/slides/slide5.xml" Id="Rd3181a8a90be49d1" /><Relationship Type="http://schemas.openxmlformats.org/officeDocument/2006/relationships/slide" Target="/ppt/slides/slide6.xml" Id="R52a3c6d3b9874df8" /><Relationship Type="http://schemas.openxmlformats.org/officeDocument/2006/relationships/slide" Target="/ppt/slides/slide7.xml" Id="R61163ff7ad9c40ae" /><Relationship Type="http://schemas.openxmlformats.org/officeDocument/2006/relationships/slide" Target="/ppt/slides/slide8.xml" Id="Rd0cdf32eaa2d422f" /><Relationship Type="http://schemas.openxmlformats.org/officeDocument/2006/relationships/slide" Target="/ppt/slides/slide9.xml" Id="Re83f7f3ef5f64145" /><Relationship Type="http://schemas.openxmlformats.org/officeDocument/2006/relationships/slide" Target="/ppt/slides/slide10.xml" Id="Rde7d134a9f4f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bb8be492445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237284bf1e49c3" /><Relationship Type="http://schemas.openxmlformats.org/officeDocument/2006/relationships/notesMaster" Target="/ppt/notesMasters/notesMaster1.xml" Id="R4ea5435db68f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85aa5c42745f2" /><Relationship Type="http://schemas.openxmlformats.org/officeDocument/2006/relationships/notesMaster" Target="/ppt/notesMasters/notesMaster1.xml" Id="Rd5f55097a96647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28295d065e42f0" /><Relationship Type="http://schemas.openxmlformats.org/officeDocument/2006/relationships/notesMaster" Target="/ppt/notesMasters/notesMaster1.xml" Id="R3a2705e32564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c2300132614bd9" /><Relationship Type="http://schemas.openxmlformats.org/officeDocument/2006/relationships/notesMaster" Target="/ppt/notesMasters/notesMaster1.xml" Id="R61426e16f899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dcbb56016f4c4b" /><Relationship Type="http://schemas.openxmlformats.org/officeDocument/2006/relationships/notesMaster" Target="/ppt/notesMasters/notesMaster1.xml" Id="R74c004e2febc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325c9834df4a95" /><Relationship Type="http://schemas.openxmlformats.org/officeDocument/2006/relationships/notesMaster" Target="/ppt/notesMasters/notesMaster1.xml" Id="R17e75f9d9f9440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4d20a3e15d458a" /><Relationship Type="http://schemas.openxmlformats.org/officeDocument/2006/relationships/notesMaster" Target="/ppt/notesMasters/notesMaster1.xml" Id="R22f4acd7bc084d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fc818ebfa24429" /><Relationship Type="http://schemas.openxmlformats.org/officeDocument/2006/relationships/notesMaster" Target="/ppt/notesMasters/notesMaster1.xml" Id="R6c6d5ff0dbb848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b0f72979704e2e" /><Relationship Type="http://schemas.openxmlformats.org/officeDocument/2006/relationships/notesMaster" Target="/ppt/notesMasters/notesMaster1.xml" Id="Rf0ae537adb304a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cecd9dd64a40d6" /><Relationship Type="http://schemas.openxmlformats.org/officeDocument/2006/relationships/notesMaster" Target="/ppt/notesMasters/notesMaster1.xml" Id="Rc72d2a5231ea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根據團隊提供的香港保險銷售標準七步流程整理。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流程为用户补充的工作主线。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內容根據使用者提供的香港保險銷售標準七步流程與 SOP 草稿整理。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內容根據使用者提供的香港保險銷售標準七步流程與 SOP 草稿整理。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內容根據使用者提供的香港保險銷售標準七步流程與 SOP 草稿整理。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內容根據使用者提供的香港保險銷售標準七步流程與 SOP 草稿整理。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內容根據使用者提供的香港保險銷售標準七步流程與 SOP 草稿整理。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內容根據使用者提供的香港保險銷售標準七步流程與 SOP 草稿整理。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內容根據使用者提供的香港保險銷售標準七步流程與 SOP 草稿整理。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計劃書樣本由使用者提供，只供教學辨識格式。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9f9f3400b4e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bf6a4c52a442d4" /><Relationship Type="http://schemas.openxmlformats.org/officeDocument/2006/relationships/slideLayout" Target="/ppt/slideLayouts/slideLayout1.xml" Id="Ra96a65f86e904b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a65f86e904b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d815b93334c95" /><Relationship Type="http://schemas.openxmlformats.org/officeDocument/2006/relationships/notesSlide" Target="/ppt/notesSlides/notesSlide1.xml" Id="R7aed4a9640594a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731631f674f0e" /><Relationship Type="http://schemas.openxmlformats.org/officeDocument/2006/relationships/notesSlide" Target="/ppt/notesSlides/notesSlide2.xml" Id="R3ac74050a69849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be7fb344b462c" /><Relationship Type="http://schemas.openxmlformats.org/officeDocument/2006/relationships/notesSlide" Target="/ppt/notesSlides/notesSlide3.xml" Id="R21ac1cd756684f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45bf078a24229" /><Relationship Type="http://schemas.openxmlformats.org/officeDocument/2006/relationships/notesSlide" Target="/ppt/notesSlides/notesSlide4.xml" Id="R2f6ac0edae6945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0e941a7844395" /><Relationship Type="http://schemas.openxmlformats.org/officeDocument/2006/relationships/notesSlide" Target="/ppt/notesSlides/notesSlide5.xml" Id="Rca7e3b64c56249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28d5bdd434625" /><Relationship Type="http://schemas.openxmlformats.org/officeDocument/2006/relationships/notesSlide" Target="/ppt/notesSlides/notesSlide6.xml" Id="R3a46a6d408b14b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3cba3560d49fb" /><Relationship Type="http://schemas.openxmlformats.org/officeDocument/2006/relationships/notesSlide" Target="/ppt/notesSlides/notesSlide7.xml" Id="Re5ed96173fa447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a556f4afc410f" /><Relationship Type="http://schemas.openxmlformats.org/officeDocument/2006/relationships/notesSlide" Target="/ppt/notesSlides/notesSlide8.xml" Id="R8ed8f98a7ef84a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537ae6cd4721" /><Relationship Type="http://schemas.openxmlformats.org/officeDocument/2006/relationships/notesSlide" Target="/ppt/notesSlides/notesSlide9.xml" Id="R56bc6e9ede2d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8450d9ab4b15" /><Relationship Type="http://schemas.openxmlformats.org/officeDocument/2006/relationships/image" Target="/ppt/media/image.png" Id="Rdeaf075edf1d4a33" /><Relationship Type="http://schemas.openxmlformats.org/officeDocument/2006/relationships/notesSlide" Target="/ppt/notesSlides/notesSlide10.xml" Id="R140df555e9544a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91A29-5FD2-4A68-8F95-2F105044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61D20-D194-4D32-921B-433ABAD6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CHOIX 內部培訓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5436D-DE81-47CC-8B03-0BB96381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新人保險簽單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學習手冊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9F0A3-4D6F-42AE-AED2-861F6EA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FFF52-F94F-4885-A418-F0297AAC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1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8E1EA"/>
                </a:solidFill>
                <a:latin typeface="Helvetica Neue"/>
                <a:ea typeface="Helvetica Neue"/>
                <a:cs typeface="Helvetica Neue"/>
              </a:rPr>
              <a:t>從了解客戶需要，到申請與後續服務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3BE3D-43A3-488D-BE46-4CEB92AF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B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ABBCB"/>
                </a:solidFill>
                <a:latin typeface="Helvetica Neue"/>
                <a:ea typeface="Helvetica Neue"/>
                <a:cs typeface="Helvetica Neue"/>
              </a:rPr>
              <a:t>以客戶需要為起點，按正式資料及程序提供服務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9D727-0605-4328-B355-DECF1E17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655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44A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4A6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3091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C395C-3503-42AD-A67C-F84E1D4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完整工作流程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E667D-FEBA-4AB3-B473-7C44A9B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4A6E9-02C6-43EC-932C-E75CAAB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0FB32-1F69-42B0-9F03-EAC68C27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rPr>
              <a:t>開場與信任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986F1-F075-419A-A0BB-F145E4A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確認溝通時機，建立專業互動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CC7E1-3834-441C-ACAF-EF164A4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E2FCE-CE91-4A86-9C42-63DE615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36DEE-31CD-4610-9F22-3FD1D37F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86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rPr>
              <a:t>了解客戶需要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2DB43-0F36-4DE0-9889-158882E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了解生活階段、責任、現有保障與關注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A5E22-94F9-44F8-9F47-6DDCEB4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10ED7-5F4F-41A7-8A4A-27F6FB5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30651-9EB8-45A1-A969-FD4B4A0A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86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rPr>
              <a:t>推薦與計劃書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11276-5BF9-4027-A31E-3353BCEF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718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以產品資料和計劃書討論可行選項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B20E4-D815-4C5D-9F16-A5561D22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B0B50-C8C7-40E7-A7BE-4FF74E8A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817E1-B4B9-45A6-BA51-907900A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86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rPr>
              <a:t>簽單與申請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B13DB-6280-407F-89AF-57FDE860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718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客戶自行理解及完成正式申請內容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21CEB-5E82-4944-A298-9050C994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19D78-31E8-4E91-8D4E-F336789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00225-41D3-4D74-91C6-27478F10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2239"/>
                </a:solidFill>
                <a:latin typeface="Helvetica Neue"/>
                <a:ea typeface="Helvetica Neue"/>
                <a:cs typeface="Helvetica Neue"/>
              </a:rPr>
              <a:t>後續跟進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5CF36-44F9-476B-91CA-07F135CB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718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交付、服務、檢視及適度聯絡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F6D1D-09A2-4767-B9CB-A68FB0A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七步学习法把每个工作环节拆成可练习、可记录的服务动作。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1575F-74A4-4DB4-80A4-8E3A1832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02</a:t>
            </a:r>
          </a:p>
        </p:txBody>
      </p:sp>
    </p:spTree>
    <p:extLst>
      <p:ext uri="{BB962C8B-B14F-4D97-AF65-F5344CB8AC3E}">
        <p14:creationId xmlns:p14="http://schemas.microsoft.com/office/powerpoint/2010/main" val="66497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467C2-FDDF-472E-A7FC-0E7DC2E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F01DB-09A1-467E-80AE-AF1DC6A7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STEP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AB25A-241B-4FE9-8630-7E51F60E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開場寒暄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494E6-1758-486A-9467-04256382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54E9B-D17A-4AAF-8001-D4F9A52B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先確認溝通時機，再說明今天的交流目的。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5489-278B-416F-A0FA-E45796DB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315CF-B741-450F-9C41-52D6CF4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新人做法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4B26A-018C-4DA5-BFF9-7B7DDB2E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簡潔介紹自己與會面目的。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A2FE9-CA9F-4E3B-8A78-6BDA96E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確認對方是否方便溝通及可用時間。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5E11A-8146-4D84-B6CD-5CE4063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從近況或共同話題自然開始。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B0CDE-F0A2-410D-A0E4-DF401CF5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099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C3615-05E2-46AD-841B-A0935B6A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rPr>
              <a:t>使用資料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B3541-A2BE-4E23-A94A-48D17FDC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7EB9D-E804-4408-8A8E-115805DB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首次聯絡或預約訊息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78B4E-B3F1-4B52-B059-FC0AA4C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個案紀錄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DC6DB-C1CF-43A6-88C7-AA2E5F8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2ECCA-985C-430F-A919-7919F833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不急於報價、推產品或談成交。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ACBD6-741F-4436-BE6E-808BDD0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03</a:t>
            </a:r>
          </a:p>
        </p:txBody>
      </p:sp>
    </p:spTree>
    <p:extLst>
      <p:ext uri="{BB962C8B-B14F-4D97-AF65-F5344CB8AC3E}">
        <p14:creationId xmlns:p14="http://schemas.microsoft.com/office/powerpoint/2010/main" val="770736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9B3AD-4D8C-419A-A6F1-B583FAD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9537A-C474-4BA5-8780-752121E1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STEP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39738-12CD-40DD-A8F6-EE73F21D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建立信任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64CA5-2CEC-4792-B516-E0098E7D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DB4A1-E78C-4663-8AF3-AD41F2F4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以傾聽、準確資料與清晰角色建立專業感。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F4A02-3CCC-490E-996C-36ACF3C0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A12E5-1601-4888-87E5-3688E77F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新人做法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9ABD4-0209-45C2-9184-DEFBBD6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先聽客戶感受，再回應問題。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5250C-09A8-4167-BBA7-480D723E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說明可提供的服務及溝通範圍。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EDF0D-8D2B-47BF-854E-0438592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只分享真實、獲准使用的內容。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6ACA0-8F61-473D-91C8-D9B7410B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099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EE84-82FE-4E76-B9C7-E4CFF57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rPr>
              <a:t>使用資料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F72E4-1A0D-4EA3-99A5-B5E1079F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FF40C-D979-46AB-A4B5-AC15207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公司角色與合規指引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AF648-100B-4084-8E57-F6BA48F8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正式服務渠道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A160D-9693-419B-A661-C9CB1628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39169-747E-43F2-8B3F-46316774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不誇大經驗，不保證理賠、核保或結果。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40FB5-CE06-431F-9304-5EAC36FE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04</a:t>
            </a:r>
          </a:p>
        </p:txBody>
      </p:sp>
    </p:spTree>
    <p:extLst>
      <p:ext uri="{BB962C8B-B14F-4D97-AF65-F5344CB8AC3E}">
        <p14:creationId xmlns:p14="http://schemas.microsoft.com/office/powerpoint/2010/main" val="725461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155BA-0D0C-4299-84FB-5D267D4F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49B8C-FA4E-4FD4-87AB-A07840C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STEP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4668F-AA3B-445F-A5F5-51535EF7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需求挖掘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0812A-8817-4863-841D-14E3F823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75EF0-E644-4853-B62C-42E9251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了解客戶的生活階段、責任、保障、關注與限制。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DA6CA-7E4C-47DB-853D-2DE97EF8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BD441-EAA1-405C-ABD8-9415F0BA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新人做法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C0534-2FEF-4367-B2D7-74720288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先問現況，再了解問題及可能影響。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C062E-2931-4FEE-A458-D921BEB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重述客戶需要與優先次序。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48951-B0D9-400F-A3DD-8A6DCB23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記錄仍待確認的資料與問題。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41E8E-E46B-4A1C-9082-F61DD0B8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099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48BC7-F0F4-49C9-946E-8779C663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rPr>
              <a:t>使用資料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66DF2-8B5D-4C82-A6AE-BC54F51E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EB435-67B0-4F4B-9160-1178878A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需求分析表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BB857-7533-47E1-97B1-CAD845A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保障資料配對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13BB8-4676-431F-A8CC-7ED4607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個案紀錄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D8323-C515-4FE7-9EFA-B616AF89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236D9-7502-44B5-AD39-B715822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只收集正式流程所需資料，並妥善處理敏感資料。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30A9D-C32A-468D-97D6-73B00A1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05</a:t>
            </a:r>
          </a:p>
        </p:txBody>
      </p:sp>
    </p:spTree>
    <p:extLst>
      <p:ext uri="{BB962C8B-B14F-4D97-AF65-F5344CB8AC3E}">
        <p14:creationId xmlns:p14="http://schemas.microsoft.com/office/powerpoint/2010/main" val="580196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CC0E4-5089-4147-B6F4-1F7A9638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16EA0-F214-4E16-BAE0-C0BB3583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STEP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BD674-AA68-4A59-9613-F68D874E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方案設計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BF5B8-1EB6-46DB-BF2B-8A76F954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24F78-5CFE-47A1-892D-96204B60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把已確認的需要轉成可比較、可理解的保障討論。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D9BE7-90C3-424D-B439-40C463AB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45ED8-51C8-40B9-A010-CBA7A33B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新人做法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08DDB-345D-4A2A-AE1D-37FE77E6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從客戶最關心的保障缺口開始。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34EBC-BBF0-4119-88D7-3C43ADD0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說明保障、重要限制、保費與繳費期。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A02E3-89C6-46C2-8745-7A013523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用指定模板製作計劃書，核對資料與版本。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505AE-883F-4BF2-9B4D-E5EECF2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099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D01FE-66EB-4CB7-94EA-2C6B08F2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rPr>
              <a:t>使用資料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B5E92-9105-4A9D-8D2A-86BD118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5A078-A861-4CC0-A9BA-EB292D0E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最新已批准產品資料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B540A-F43C-4018-BB43-ADEDB64B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產品條款重點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52C8B-F6EC-4929-88D8-BAF129B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指定計劃書模板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A03FF-7847-4E70-8B09-AE8C756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21BA3-E7E6-4A18-8950-9AA28E53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計劃書只作說明，客戶保障以正式條款及批核結果為準。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1BA0B-5807-4C13-AB61-8B89375A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06</a:t>
            </a:r>
          </a:p>
        </p:txBody>
      </p:sp>
    </p:spTree>
    <p:extLst>
      <p:ext uri="{BB962C8B-B14F-4D97-AF65-F5344CB8AC3E}">
        <p14:creationId xmlns:p14="http://schemas.microsoft.com/office/powerpoint/2010/main" val="790697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B546A-7195-4E0A-A82F-CDB85CD3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8F7B4-0F64-4BAE-96B5-D259A92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STEP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DC787-761E-403B-A45B-01FECD90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處理顧慮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096FB-1CFD-43B1-B3A8-A7ED5B25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8938D-B1AE-4EE1-ABB3-9F01092B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先完整聆聽，再釐清顧慮和安排準確回應。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EA8CA-F0D2-4665-9C73-32C2A2BC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669F2-3C83-4F71-9A32-C73DA939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新人做法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E202F-BC52-4316-8955-75E414FF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讓客戶完整表達，不打斷。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2357B-3539-4397-A2C7-69D9A9F8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釐清顧慮屬於理解、預算、時機或信任。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90DB5-313A-4DCA-9360-18F61F73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未能確認時，查閱正式資料後再回覆。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ABB0E-1261-4561-9BCB-E0C0CE1C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099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7818F-AC7B-488B-ADE2-6F848C7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rPr>
              <a:t>使用資料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4825B-499E-44A3-9ADC-CAEC1F8C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9CDEC-B979-43CE-930C-F5A4FD41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話術訓練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8B909-BA2C-4E7D-8048-7F07DF9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正式產品資料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EB469-055F-4C3F-98AF-459A29FA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個案紀錄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A5770-7882-4D36-8FF1-3384BCE9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22D96-A781-4A6D-9BDE-B8110BEA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不爭辯、施壓或作出未經證實的承諾。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CAB65-8EFF-4524-89AE-A27EDBF5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07</a:t>
            </a:r>
          </a:p>
        </p:txBody>
      </p:sp>
    </p:spTree>
    <p:extLst>
      <p:ext uri="{BB962C8B-B14F-4D97-AF65-F5344CB8AC3E}">
        <p14:creationId xmlns:p14="http://schemas.microsoft.com/office/powerpoint/2010/main" val="489619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C0AAE-A1CA-47D0-B19F-0C65C431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5EC98-2D75-4D83-BB64-D8324705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STEP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7F689-D5DD-42F4-9930-0BAFB12F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促成與申請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790F3-5F76-4B3A-A8F4-446B15D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A939A-6AE7-4C64-B487-3A36699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客戶充分理解並自願決定後，按正式程序完成申請。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68FFE-A4B5-448A-AA53-EC7B96C8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DA661-8947-473E-A120-54FA25C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新人做法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3470-B4DB-4B32-B515-037C142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確認客戶理解保障、限制、保費與後續安排。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6D6AD-41FB-4798-A80D-D15982AB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讓客戶自行閱讀及如實完成需要確認的內容。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335BA-E10E-40B3-9B3B-0384FC1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依正式清單核對文件與申請狀態。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9A79C-70D9-422C-A0C1-328CACC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099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643A6-A3B8-424D-9C2B-10141395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rPr>
              <a:t>使用資料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F61B2-E795-494E-9271-FB798B3B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B47A9-142C-4AA3-8BAA-78D5B34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正式申請表格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FAF39-0C6A-40E9-8480-F2CD7D2D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申請清單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D8579-7254-4037-8DF4-B2903812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付款與核保程序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656B5-2E8F-4387-A039-A3BD70D6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D7AE8-C7B4-4995-A079-8C056959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不得代填、代簽、誘導不實申報或保證批核結果。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C0343-CFE9-43FC-B4C9-FDD6115C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08</a:t>
            </a:r>
          </a:p>
        </p:txBody>
      </p:sp>
    </p:spTree>
    <p:extLst>
      <p:ext uri="{BB962C8B-B14F-4D97-AF65-F5344CB8AC3E}">
        <p14:creationId xmlns:p14="http://schemas.microsoft.com/office/powerpoint/2010/main" val="137674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24D8E-C221-482C-AAED-C20B2F21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DFEC5-F714-4460-8234-EC9AF196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STEP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0E0E2-71EF-45F5-9A6B-3FB95D38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長期經營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18CAD-70BF-4584-85FC-293C4B22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6647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E244F-45F2-4B64-AD86-A6621A75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完成交付與售後服務，按客戶需要安排保單檢視。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FCFB9-C213-4506-9A2F-50EEC953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F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19BF9-C4C4-4994-839D-69BAEB87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新人做法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0962C-BAF1-40A2-B417-B4A12BDC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按程序完成交付、回訪和服務說明。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029FA-CDFA-4F32-B2E3-C57182A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記錄下次服務或檢視時間。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C3FFD-AEF0-4C3C-8783-D9FE45D3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 在客戶自願及符合規則下討論轉介。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EC952-4A94-439D-ABBF-185CB27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099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7BD26-A222-4736-AF70-1F225A45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B5B"/>
                </a:solidFill>
                <a:latin typeface="Helvetica Neue"/>
                <a:ea typeface="Helvetica Neue"/>
                <a:cs typeface="Helvetica Neue"/>
              </a:rPr>
              <a:t>使用資料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18D18-9C3C-4309-BD18-B796688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D971E-ED2F-4DCF-8CDB-9773D842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交付及售後服務清單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C49A8-A11E-4C70-B3F2-8F0BBF6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年度檢視程序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24DC5-7CDE-4346-8D3B-07B9763E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個案紀錄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EFA55-2C4B-4006-8E7D-2D0852BA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21F37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2BA01-13BB-4465-B045-26FF1D34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客戶提出理賠、投訴或資料更正時，按正式服務程序處理。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06F34-F75A-4446-A7F5-A6263C90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09</a:t>
            </a:r>
          </a:p>
        </p:txBody>
      </p:sp>
    </p:spTree>
    <p:extLst>
      <p:ext uri="{BB962C8B-B14F-4D97-AF65-F5344CB8AC3E}">
        <p14:creationId xmlns:p14="http://schemas.microsoft.com/office/powerpoint/2010/main" val="724722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4C14D-F2BD-4386-90B8-C06994D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計劃書樣本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69B1B-0962-4984-8D16-2251826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16C6F-BC80-40CA-A296-EDA1C74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D7E2EC"/>
                </a:solidFill>
                <a:latin typeface="Helvetica Neue"/>
                <a:ea typeface="Helvetica Neue"/>
                <a:cs typeface="Helvetica Neue"/>
              </a:rPr>
              <a:t>提交前核對輸入資料、保費、繳費期、保障內容、重要限制及文件版本。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f075edf1d4a33"/>
          <a:stretch xmlns:a="http://schemas.openxmlformats.org/drawingml/2006/main"/>
        </p:blipFill>
        <p:spPr>
          <a:xfrm xmlns:a="http://schemas.openxmlformats.org/drawingml/2006/main">
            <a:off x="7205810" y="819150"/>
            <a:ext cx="3685880" cy="5257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4DBF2-7744-4776-AEC0-AA59B21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99B55"/>
                </a:solidFill>
                <a:latin typeface="Helvetica Neue"/>
                <a:ea typeface="Helvetica Neue"/>
                <a:cs typeface="Helvetica Neue"/>
              </a:rPr>
              <a:t>使用原則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27FB1-39D4-4F02-9F4F-E578566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33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使用公司指定的最新版本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客戶保障以正式條款及批核結果為準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不改動未獲批准的內容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每次會面後更新個案紀錄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1F4B-D6B7-419B-BBC7-9AB30848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080"/>
                </a:solidFill>
                <a:latin typeface="Helvetica Neue"/>
                <a:ea typeface="Helvetica Neue"/>
                <a:cs typeface="Helvetica Neue"/>
              </a:rPr>
              <a:t>CHOIX  新人保險簽單學習手冊    10</a:t>
            </a:r>
          </a:p>
        </p:txBody>
      </p:sp>
    </p:spTree>
    <p:extLst>
      <p:ext uri="{BB962C8B-B14F-4D97-AF65-F5344CB8AC3E}">
        <p14:creationId xmlns:p14="http://schemas.microsoft.com/office/powerpoint/2010/main" val="720021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2026-09-17T04:24:40.0650000Z</dcterms:created>
  <dcterms:modified xsi:type="dcterms:W3CDTF">2026-09-17T04:24:40.0650000Z</dcterms:modified>
</coreProperties>
</file>